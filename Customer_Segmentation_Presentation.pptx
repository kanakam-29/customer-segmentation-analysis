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 Analysis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Segmenting retail customers using K-Means Clustering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01368"/>
            <a:ext cx="457200" cy="45720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544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customers into meaningful groups instead of treating them all the same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990088"/>
            <a:ext cx="457200" cy="45720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74320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statistically optimal number of segments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4178808"/>
            <a:ext cx="457200" cy="45720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93192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K-Means model that assigns new customers to the right segment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367528"/>
            <a:ext cx="457200" cy="45720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12064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clusters into business-friendly profiles for marketing use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2194560"/>
            <a:ext cx="1298448" cy="1280160"/>
          </a:xfrm>
          <a:prstGeom prst="roundRect">
            <a:avLst>
              <a:gd name="adj" fmla="val 4286"/>
            </a:avLst>
          </a:prstGeom>
          <a:solidFill>
            <a:srgbClr val="2E5EA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9456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956816" y="2752344"/>
            <a:ext cx="182880" cy="164592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6" name="Shape 4"/>
          <p:cNvSpPr/>
          <p:nvPr/>
        </p:nvSpPr>
        <p:spPr>
          <a:xfrm>
            <a:off x="2066544" y="2194560"/>
            <a:ext cx="1298448" cy="1280160"/>
          </a:xfrm>
          <a:prstGeom prst="roundRect">
            <a:avLst>
              <a:gd name="adj" fmla="val 4286"/>
            </a:avLst>
          </a:prstGeom>
          <a:solidFill>
            <a:srgbClr val="2E5E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66544" y="219456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2752344"/>
            <a:ext cx="182880" cy="164592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3493008" y="2194560"/>
            <a:ext cx="1298448" cy="1280160"/>
          </a:xfrm>
          <a:prstGeom prst="roundRect">
            <a:avLst>
              <a:gd name="adj" fmla="val 4286"/>
            </a:avLst>
          </a:prstGeom>
          <a:solidFill>
            <a:srgbClr val="4C86D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93008" y="219456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9744" y="2752344"/>
            <a:ext cx="182880" cy="164592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919472" y="2194560"/>
            <a:ext cx="1298448" cy="1280160"/>
          </a:xfrm>
          <a:prstGeom prst="roundRect">
            <a:avLst>
              <a:gd name="adj" fmla="val 4286"/>
            </a:avLst>
          </a:prstGeom>
          <a:solidFill>
            <a:srgbClr val="5CB8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19472" y="219456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(Elbow)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6208" y="2752344"/>
            <a:ext cx="182880" cy="164592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15" name="Shape 13"/>
          <p:cNvSpPr/>
          <p:nvPr/>
        </p:nvSpPr>
        <p:spPr>
          <a:xfrm>
            <a:off x="6345936" y="2194560"/>
            <a:ext cx="1298448" cy="1280160"/>
          </a:xfrm>
          <a:prstGeom prst="roundRect">
            <a:avLst>
              <a:gd name="adj" fmla="val 4286"/>
            </a:avLst>
          </a:prstGeom>
          <a:solidFill>
            <a:srgbClr val="F0AD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45936" y="219456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62672" y="2752344"/>
            <a:ext cx="182880" cy="164592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2194560"/>
            <a:ext cx="1298448" cy="1280160"/>
          </a:xfrm>
          <a:prstGeom prst="roundRect">
            <a:avLst>
              <a:gd name="adj" fmla="val 4286"/>
            </a:avLst>
          </a:prstGeom>
          <a:solidFill>
            <a:srgbClr val="F0AD4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0" y="219456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89136" y="2752344"/>
            <a:ext cx="182880" cy="164592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21" name="Shape 19"/>
          <p:cNvSpPr/>
          <p:nvPr/>
        </p:nvSpPr>
        <p:spPr>
          <a:xfrm>
            <a:off x="9198864" y="2194560"/>
            <a:ext cx="1298448" cy="1280160"/>
          </a:xfrm>
          <a:prstGeom prst="roundRect">
            <a:avLst>
              <a:gd name="adj" fmla="val 4286"/>
            </a:avLst>
          </a:prstGeom>
          <a:solidFill>
            <a:srgbClr val="D953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98864" y="219456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Evaluation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515600" y="2752344"/>
            <a:ext cx="182880" cy="164592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25328" y="2194560"/>
            <a:ext cx="1298448" cy="1280160"/>
          </a:xfrm>
          <a:prstGeom prst="roundRect">
            <a:avLst>
              <a:gd name="adj" fmla="val 4286"/>
            </a:avLst>
          </a:prstGeom>
          <a:solidFill>
            <a:srgbClr val="8E44A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625328" y="219456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840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sequential, reproducible pipeline: each stage's output feeds directly into the next — from raw customer data to actionable business insight.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Mall Customer Segmentation Dataset (Kaggle)
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Records: 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customers, no missing values
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CSV
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Split: 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train (160) / 20% holdout (40)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463040"/>
          <a:ext cx="5394960" cy="274320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A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Income (k$)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Spending Score (1-100)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116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Clustering — partitions customers into k groups by minimizing within-cluster variance (WCSS). Hierarchical clustering used to validate structure.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k Selection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40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Elbow Method (WCSS vs. k) + Silhouette Score — both point to k = 5 as optimal (silhouette ≈ 0.61).</a:t>
            </a:r>
            <a:endParaRPr lang="en-US" sz="1300" dirty="0"/>
          </a:p>
        </p:txBody>
      </p:sp>
      <p:pic>
        <p:nvPicPr>
          <p:cNvPr id="8" name="Image 0" descr="/home/claude/chart_elb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371600"/>
            <a:ext cx="5394960" cy="3593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126480" y="4983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Elbow Method: optimal k = 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800" dirty="0"/>
          </a:p>
        </p:txBody>
      </p:sp>
      <p:pic>
        <p:nvPicPr>
          <p:cNvPr id="3" name="Image 0" descr="/home/claude/chart_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5852160" cy="3904488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463040"/>
          <a:ext cx="4754880" cy="3291840"/>
        </p:xfrm>
        <a:graphic>
          <a:graphicData uri="http://schemas.openxmlformats.org/drawingml/2006/table">
            <a:tbl>
              <a:tblPr/>
              <a:tblGrid>
                <a:gridCol w="1584960"/>
                <a:gridCol w="1584960"/>
                <a:gridCol w="1584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A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Income - Low Spend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Income - High Spend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Income - High Spend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Income - Low Spend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Customers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766560" y="4937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Score at k=5: ≈ 0.61 (well-separated clusters)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947672"/>
            <a:ext cx="146304" cy="146304"/>
          </a:xfrm>
          <a:prstGeom prst="ellipse">
            <a:avLst/>
          </a:prstGeom>
          <a:solidFill>
            <a:srgbClr val="5CB8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18288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successfully separated customers into 5 distinct, well-validated segments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24912"/>
            <a:ext cx="146304" cy="146304"/>
          </a:xfrm>
          <a:prstGeom prst="ellipse">
            <a:avLst/>
          </a:prstGeom>
          <a:solidFill>
            <a:srgbClr val="5CB8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606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business labels: High/Low Income × High/Low Spend, plus an Average group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502152"/>
            <a:ext cx="146304" cy="146304"/>
          </a:xfrm>
          <a:prstGeom prst="ellipse">
            <a:avLst/>
          </a:prstGeom>
          <a:solidFill>
            <a:srgbClr val="5CB8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3832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targeted marketing, loyalty programs, and re-engagement campaigns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279392"/>
            <a:ext cx="146304" cy="146304"/>
          </a:xfrm>
          <a:prstGeom prst="ellipse">
            <a:avLst/>
          </a:prstGeom>
          <a:solidFill>
            <a:srgbClr val="5CB8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41605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future work: real-time segmentation, predictive customer value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2026-08-27T05:24:55Z</dcterms:created>
  <dcterms:modified xsi:type="dcterms:W3CDTF">2026-08-27T05:24:55Z</dcterms:modified>
</cp:coreProperties>
</file>